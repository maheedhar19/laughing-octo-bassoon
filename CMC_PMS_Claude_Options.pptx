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454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compares two ways to bring Claude into the Meeting-Minutes-to-Smartsheet workflow: Option A (Claude API embedded in an automated pipeline) and Option B (Claude used interactively via MCP connectors).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keeps the automated, always-on orchestration in Power Automate, but swaps Claude in as the AI extraction engine in place of Copilot/Azure OpenAI. Fully hands-off once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trades some setup complexity for full automation and consistency — the right fit if the goal is truly zero manual intervention after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B is Claude used conversationally — a person (or a scheduled prompt) asks Claude to fetch, summarize, and update Smartsheet. Good for flexibility and human-in-the-loop review, but not automatically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B is the fastest to stand up and adds a natural human review step, but it depends on someone remembering to trigger it — it is not a background automation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side-by-side view helps decide which option fits: Option A for a fully automated, always-on pipeline; Option B for a fast, flexible, human-reviewed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planning-level estimates for both options, including a 30% contingency buffer on top of the base build/test/pilot timeline, plus the people and prerequisites each approach needs. These are planning estimates, not fixed quotes — actual effort will vary based on team familiarity with Power Automate/Graph API and Smartsheet API mapping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CMC PMS Meeting Minutes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and Smartsheet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API-Driven Pipeline   |   Option B: Interactive MCP Assistant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in an Automated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0592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Recording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98264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5936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(Extraction)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9016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93608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76688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24128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8792C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8700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182112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stays as the always-on orchestrator/trigger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transcript file lands, it's sent to the Claude API for extraction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returns structured JSON: summary, decisions, action items, owners, due dates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writes the structured data into Smartsheet automatically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helps in the summarization of meetings, fully automated end-to-end.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792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733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25880" y="55778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requirement: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must be scheduled inside a Microsoft Teams channel (not a private 1:1/ad-hoc meeting). Only channel meetings save transcripts to a predictable, shared SharePoint location the flow can reliably watch.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Pipeline: Advantages &amp; Limitations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AF6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90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automated, no human involvement needed after setup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extraction prompt &amp; JSON schema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structured output every time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any number of meetings without added manual effort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39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4892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must be scheduled in a Team channel — private/ad-hoc meetings won't reliably trigger it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Power Automate as orchestrator (Claude alone can't trigger itself)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engineering effort to build &amp; maintain the flow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review step by default (can be added)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Claude API usage cost per meeting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Effort &amp; 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Effort: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wanting a hands-off, reliable, always-on pipeline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Needed: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to maintain the Power Automate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as an Interactive MCP Assistant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0592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MCP)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98264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Teams/SharePoint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5936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9016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93608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2FB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76688" y="2057400"/>
            <a:ext cx="164592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24128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8792C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8700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Inserted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182112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gives Claude the meeting URL/link directly: "Summarize this meeting and update Smartsheet: {meeting URL}"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uses connected MCP tools to fetch the transcript for that specific meeting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summarizes it and extracts action items in the same conversation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uses the Smartsheet MCP connector to insert rows directly, on request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on-demand inside a chat — there is no automatic detection of which meeting to process.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792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733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25880" y="55778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requirement: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is required — a person must supply the specific meeting URL each time and explicitly ask Claude to act. Claude will not detect or process meetings on its own.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MCP Assistant: Advantages &amp; Limitations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AF6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90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set up — no custom flow to build/maintain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human-in-the-loop review before data is written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can handle ad-hoc requests, not just one fixed process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150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adjust instructions conversationally, no redeployment needed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39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4892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manual step — a person must supply the meeting URL every single time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automatic — requires someone to initiate the request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scheduling/trigger tied to meeting end time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depends on the person remembering to ask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✗"/>
            </a:pPr>
            <a:r>
              <a:rPr lang="en-US" sz="1050" dirty="0">
                <a:solidFill>
                  <a:srgbClr val="6E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MCP connectors for Teams/SharePoint &amp; Smartsheet to be set up and connected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Effort &amp; 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Effort: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wanting quick wins, human review, or handling varied/ad-hoc requests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Needed: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to actually trigger the request after each meeting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vs Option B — Side by Side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4663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Option A: Claude API Pipeline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Option B: Interactive MCP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Trigger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Automatic (file/event based)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Manual / on-demand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Setup Effort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Medium (flow + API integration)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Low (connect MCP tools)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Consistency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High — same process every time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Depends on user follow-through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Human Review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Optional, must be added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Natural, built into the chat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Flexibility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Fixed process per flow design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High — handles ad-hoc requests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Maintenance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Flow/infra to maintain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Minimal — mostly conversational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4D"/>
                          </a:solidFill>
                        </a:rPr>
                        <a:t>Best For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Zero-touch, always-on automation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D"/>
                          </a:solidFill>
                        </a:rPr>
                        <a:t>Quick start, human-in-the-loop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Effort, Resources &amp; Time Estimates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700114"/>
              </p:ext>
            </p:extLst>
          </p:nvPr>
        </p:nvGraphicFramePr>
        <p:xfrm>
          <a:off x="457200" y="1417320"/>
          <a:ext cx="11292840" cy="4846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Option A: Claude API Pipeline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Option B: Interactive MCP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Prerequisite setup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Teams channel meetings; Graph/SharePoint app registration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MCP connectors for Teams/SharePoint &amp; Smartsheet enabled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People needed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 Power Automate Developer, 1 Smartsheet admin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 person to configure connectors; no developer required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Core build time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1.5 – 2 weeks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3 – 5 days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Testing &amp; tuning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3 – 5 days (prompt tuning, error handling)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 – 2 days (prompt tuning)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Pilot / UAT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 week (few real meetings)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1 week (few real meetings)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Base estimate (no buffer)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~3 weeks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~1.5 weeks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Recommended buffer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+30% (~1 week)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+30% (~3 – 4 days)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estimate w/ buffer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≈ 4 weeks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≈ 3 weeks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Ongoing cost driver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Claude API usage + Power Automate premium license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B4D"/>
                          </a:solidFill>
                        </a:rPr>
                        <a:t>Claude API usage only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1134</Words>
  <Application>Microsoft Office PowerPoint</Application>
  <PresentationFormat>Widescreen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CMC PMS MoM Automation — Claude-Based Options</dc:title>
  <dc:subject>PptxGenJS Presentation</dc:subject>
  <dc:creator>Enterprise Automation Team</dc:creator>
  <cp:lastModifiedBy>VISHNU PRASAD REDDY GANTA</cp:lastModifiedBy>
  <cp:revision>2</cp:revision>
  <dcterms:created xsi:type="dcterms:W3CDTF">2026-07-25T11:40:01Z</dcterms:created>
  <dcterms:modified xsi:type="dcterms:W3CDTF">2026-07-25T11:47:01Z</dcterms:modified>
</cp:coreProperties>
</file>