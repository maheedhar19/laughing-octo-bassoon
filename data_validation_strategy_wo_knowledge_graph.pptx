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5486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54864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11612880" y="548640"/>
            <a:ext cx="320040" cy="320040"/>
          </a:xfrm>
          <a:prstGeom prst="ellipse">
            <a:avLst/>
          </a:prstGeom>
          <a:solidFill>
            <a:srgbClr val="CFE6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DASHBOARD INTEGRITY PROGRAM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Strategy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Playwright and the current audit report approach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3291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leadership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CMC dashboard trustworthy as it moves toward live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mirrors Smartsheet + Excel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leadership sees is a reflection of source data maintained elsewhere — any drift between the two undermines trust in the numbers.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manual hand-offs today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4290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moves from source sheets through HTML conversion to SharePoint, with a separate audit step comparing outputs — each hop is a chance for values to diverge.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4434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repeatable validation strategy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8006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catching mismatches after the fact, we want an approach that flags discrepancies consistently, before they reach stakeholders.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4F7F9"/>
          </a:solidFill>
          <a:ln w="12700">
            <a:solidFill>
              <a:srgbClr val="CFE6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67512"/>
            <a:ext cx="548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777240"/>
            <a:ext cx="54864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17804"/>
            <a:ext cx="41148" cy="411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717804"/>
            <a:ext cx="41148" cy="411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717804"/>
            <a:ext cx="41148" cy="411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36192" y="7498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— Browser Automation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14813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 real browser against the live CMC dashboard and Smartsheet, then compares the rendered values — functioning as automated, scheduled regression testing for data integrity.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5385816" cy="3977640"/>
          </a:xfrm>
          <a:prstGeom prst="roundRect">
            <a:avLst>
              <a:gd name="adj" fmla="val 2759"/>
            </a:avLst>
          </a:prstGeom>
          <a:solidFill>
            <a:srgbClr val="EEF7F1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56032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953512"/>
            <a:ext cx="48371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what users actually see, including rendering, formatting, and JS-calculated values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on a schedule (CI/CD or cron) and alert automatically on mismatch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widely-used tooling with strong community support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stand up for a fixed, known set of checks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4496" y="2331720"/>
            <a:ext cx="5385816" cy="3977640"/>
          </a:xfrm>
          <a:prstGeom prst="roundRect">
            <a:avLst>
              <a:gd name="adj" fmla="val 2759"/>
            </a:avLst>
          </a:prstGeom>
          <a:solidFill>
            <a:srgbClr val="FBEEEE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28816" y="256032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28816" y="2953512"/>
            <a:ext cx="48371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— breaks when the dashboard's layout or selectors change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checks what's explicitly scripted; no understanding of relationships between fields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at scale — spinning up a browser per check adds overhead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 burden as the dashboard evolves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4F7F9"/>
          </a:solidFill>
          <a:ln w="12700">
            <a:solidFill>
              <a:srgbClr val="CFE6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649224"/>
            <a:ext cx="329184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" y="749808"/>
            <a:ext cx="201168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850392"/>
            <a:ext cx="201168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950976"/>
            <a:ext cx="201168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— CURRENT 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36192" y="7498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Tabbed Audit Report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generated, tab-by-tab HTML report — like the IVS Tabbed Project Audit — that walks each program and flags discrepancies against the Smartsheet source in a human-readable format.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385816" cy="3977640"/>
          </a:xfrm>
          <a:prstGeom prst="roundRect">
            <a:avLst>
              <a:gd name="adj" fmla="val 2759"/>
            </a:avLst>
          </a:prstGeom>
          <a:solidFill>
            <a:srgbClr val="EEF7F1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56032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953512"/>
            <a:ext cx="48371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and in active use today — no additional investment required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readable for non-technical stakeholders; leadership can scan it directly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precisely to the programs and fields that matter right now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adjust for ad hoc leadership questions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54496" y="2331720"/>
            <a:ext cx="5385816" cy="3977640"/>
          </a:xfrm>
          <a:prstGeom prst="roundRect">
            <a:avLst>
              <a:gd name="adj" fmla="val 2759"/>
            </a:avLst>
          </a:prstGeom>
          <a:solidFill>
            <a:srgbClr val="FBEEEE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8816" y="256032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28816" y="2953512"/>
            <a:ext cx="48371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Labor-intensive to regenerate and maintain as source data changes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automated or scheduled — depends on someone running it manually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gracefully to many more sheets or data sources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go stale between refresh cycles, with no built-in alerting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4206240"/>
        </p:xfrm>
        <a:graphic>
          <a:graphicData uri="http://schemas.openxmlformats.org/drawingml/2006/table">
            <a:tbl>
              <a:tblPr/>
              <a:tblGrid>
                <a:gridCol w="4480560"/>
                <a:gridCol w="3291840"/>
                <a:gridCol w="3319272"/>
              </a:tblGrid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&amp; 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implement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relationships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to more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readability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automation and readability are favorable; "High" maintenance is not.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path forward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possible way to sequence these — for discussion, not a final decision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85816" cy="4023360"/>
          </a:xfrm>
          <a:prstGeom prst="roundRect">
            <a:avLst>
              <a:gd name="adj" fmla="val 2727"/>
            </a:avLst>
          </a:prstGeom>
          <a:solidFill>
            <a:srgbClr val="1B2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audit report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8371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using the tabbed audit report as the stakeholder-facing check while the live dashboard (Phase 2) is built out.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4496" y="1965960"/>
            <a:ext cx="5385816" cy="4023360"/>
          </a:xfrm>
          <a:prstGeom prst="roundRect">
            <a:avLst>
              <a:gd name="adj" fmla="val 2727"/>
            </a:avLst>
          </a:prstGeom>
          <a:solidFill>
            <a:srgbClr val="1B2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28816" y="224028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28816" y="260604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Playwright checks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28816" y="3383280"/>
            <a:ext cx="48371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scheduled automated checks against the highest-risk fields to catch drift between refresh cycles, without waiting on a manual audit.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2026-07-10T13:57:27Z</dcterms:created>
  <dcterms:modified xsi:type="dcterms:W3CDTF">2026-07-10T13:57:27Z</dcterms:modified>
</cp:coreProperties>
</file>